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9" r:id="rId5"/>
    <p:sldId id="256" r:id="rId6"/>
    <p:sldId id="259" r:id="rId7"/>
    <p:sldId id="262" r:id="rId8"/>
    <p:sldId id="264" r:id="rId9"/>
    <p:sldId id="270" r:id="rId10"/>
    <p:sldId id="267" r:id="rId11"/>
    <p:sldId id="268" r:id="rId12"/>
    <p:sldId id="266" r:id="rId13"/>
    <p:sldId id="263" r:id="rId14"/>
    <p:sldId id="265" r:id="rId15"/>
    <p:sldId id="272" r:id="rId16"/>
    <p:sldId id="274" r:id="rId17"/>
    <p:sldId id="278" r:id="rId18"/>
    <p:sldId id="276" r:id="rId19"/>
    <p:sldId id="277" r:id="rId20"/>
    <p:sldId id="27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2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857A-EB02-430E-8FA2-6E33F85DB566}" type="datetimeFigureOut">
              <a:rPr lang="zh-CN" altLang="en-US" smtClean="0"/>
              <a:t>2023/07/13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2E21C-AD3B-4C66-A504-67C80B5272C0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8C7F399-51E2-07D8-1E14-86EC0E5B35D0}"/>
              </a:ext>
            </a:extLst>
          </p:cNvPr>
          <p:cNvGrpSpPr/>
          <p:nvPr/>
        </p:nvGrpSpPr>
        <p:grpSpPr>
          <a:xfrm>
            <a:off x="194314" y="205740"/>
            <a:ext cx="11803383" cy="6446520"/>
            <a:chOff x="194310" y="205740"/>
            <a:chExt cx="11803382" cy="6446520"/>
          </a:xfrm>
        </p:grpSpPr>
        <p:sp>
          <p:nvSpPr>
            <p:cNvPr id="8" name="长方形 6">
              <a:extLst>
                <a:ext uri="{FF2B5EF4-FFF2-40B4-BE49-F238E27FC236}">
                  <a16:creationId xmlns:a16="http://schemas.microsoft.com/office/drawing/2014/main" id="{C2F3EA0E-3192-340E-6238-24AB18B54C38}"/>
                </a:ext>
              </a:extLst>
            </p:cNvPr>
            <p:cNvSpPr/>
            <p:nvPr userDrawn="1"/>
          </p:nvSpPr>
          <p:spPr bwMode="blackWhite">
            <a:xfrm>
              <a:off x="254950" y="262784"/>
              <a:ext cx="11682101" cy="6332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>
                <a:latin typeface="微软雅黑" panose="020B0503020204020204" pitchFamily="34" charset="-122"/>
              </a:endParaRPr>
            </a:p>
          </p:txBody>
        </p:sp>
        <p:sp>
          <p:nvSpPr>
            <p:cNvPr id="9" name="长方形 6_1">
              <a:extLst>
                <a:ext uri="{FF2B5EF4-FFF2-40B4-BE49-F238E27FC236}">
                  <a16:creationId xmlns:a16="http://schemas.microsoft.com/office/drawing/2014/main" id="{59BAEAA6-4798-D2B0-8C57-D5B9D91FA457}"/>
                </a:ext>
              </a:extLst>
            </p:cNvPr>
            <p:cNvSpPr/>
            <p:nvPr userDrawn="1"/>
          </p:nvSpPr>
          <p:spPr bwMode="blackWhite">
            <a:xfrm>
              <a:off x="194310" y="205740"/>
              <a:ext cx="11803382" cy="644652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>
                <a:latin typeface="微软雅黑" panose="020B0503020204020204" pitchFamily="34" charset="-122"/>
              </a:endParaRPr>
            </a:p>
          </p:txBody>
        </p:sp>
      </p:grpSp>
      <p:pic>
        <p:nvPicPr>
          <p:cNvPr id="10" name="图形 9">
            <a:extLst>
              <a:ext uri="{FF2B5EF4-FFF2-40B4-BE49-F238E27FC236}">
                <a16:creationId xmlns:a16="http://schemas.microsoft.com/office/drawing/2014/main" id="{CD55F8C9-3EB0-824D-B234-294542C43F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524" b="30644"/>
          <a:stretch/>
        </p:blipFill>
        <p:spPr>
          <a:xfrm>
            <a:off x="-1122317" y="873341"/>
            <a:ext cx="12536757" cy="5721876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CDDA591-8D71-8C72-01B0-931FA535B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00567" y="815962"/>
            <a:ext cx="2190868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57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 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id="{9AA85309-C618-4C35-BB7F-351064CEDC6A}"/>
              </a:ext>
            </a:extLst>
          </p:cNvPr>
          <p:cNvSpPr/>
          <p:nvPr/>
        </p:nvSpPr>
        <p:spPr>
          <a:xfrm>
            <a:off x="256037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CD56E13-5C82-40D6-A297-FA2FBD16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836"/>
            <a:ext cx="10515600" cy="839561"/>
          </a:xfrm>
        </p:spPr>
        <p:txBody>
          <a:bodyPr>
            <a:normAutofit/>
          </a:bodyPr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422B4-CADD-4788-8B8E-56001064F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15" y="1238041"/>
            <a:ext cx="10871200" cy="5118308"/>
          </a:xfrm>
        </p:spPr>
        <p:txBody>
          <a:bodyPr>
            <a:normAutofit/>
          </a:bodyPr>
          <a:lstStyle>
            <a:lvl1pPr marL="363514" indent="-363514">
              <a:lnSpc>
                <a:spcPct val="150000"/>
              </a:lnSpc>
              <a:buClr>
                <a:schemeClr val="accent1"/>
              </a:buClr>
              <a:buFont typeface="Wingdings 2" panose="05020102010507070707" pitchFamily="18" charset="2"/>
              <a:buChar char="®"/>
              <a:defRPr sz="3200" b="1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lnSpc>
                <a:spcPct val="150000"/>
              </a:lnSpc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260EEA-D7D2-4D11-8AC2-63F3A381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857A-EB02-430E-8FA2-6E33F85DB566}" type="datetimeFigureOut">
              <a:rPr lang="zh-CN" altLang="en-US" smtClean="0"/>
              <a:t>2023/07/13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1C551C-1B9F-44DE-A374-049AE820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C5661F-BC09-41D9-910F-62F6B2BC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2E21C-AD3B-4C66-A504-67C80B527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917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节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长方形 6">
            <a:extLst>
              <a:ext uri="{FF2B5EF4-FFF2-40B4-BE49-F238E27FC236}">
                <a16:creationId xmlns:a16="http://schemas.microsoft.com/office/drawing/2014/main" id="{A30C1756-28D6-4AEF-871C-D5BA219714FD}"/>
              </a:ext>
            </a:extLst>
          </p:cNvPr>
          <p:cNvSpPr/>
          <p:nvPr/>
        </p:nvSpPr>
        <p:spPr bwMode="blackWhite">
          <a:xfrm>
            <a:off x="254952" y="262787"/>
            <a:ext cx="11682101" cy="6332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 dirty="0">
              <a:latin typeface="微软雅黑" panose="020B0503020204020204" pitchFamily="34" charset="-122"/>
            </a:endParaRPr>
          </a:p>
        </p:txBody>
      </p:sp>
      <p:sp>
        <p:nvSpPr>
          <p:cNvPr id="9" name="长方形 6_1">
            <a:extLst>
              <a:ext uri="{FF2B5EF4-FFF2-40B4-BE49-F238E27FC236}">
                <a16:creationId xmlns:a16="http://schemas.microsoft.com/office/drawing/2014/main" id="{5AE0214D-B10E-48D0-B212-B77EFC07E7DF}"/>
              </a:ext>
            </a:extLst>
          </p:cNvPr>
          <p:cNvSpPr/>
          <p:nvPr/>
        </p:nvSpPr>
        <p:spPr bwMode="blackWhite">
          <a:xfrm>
            <a:off x="254952" y="262787"/>
            <a:ext cx="11682101" cy="6332433"/>
          </a:xfrm>
          <a:prstGeom prst="rect">
            <a:avLst/>
          </a:prstGeom>
          <a:solidFill>
            <a:schemeClr val="accent1">
              <a:lumMod val="20000"/>
              <a:lumOff val="80000"/>
              <a:alpha val="98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 dirty="0">
              <a:latin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DC1CE51-A9A2-456B-B4AC-EFD883AC1F0D}"/>
              </a:ext>
            </a:extLst>
          </p:cNvPr>
          <p:cNvGrpSpPr/>
          <p:nvPr/>
        </p:nvGrpSpPr>
        <p:grpSpPr>
          <a:xfrm>
            <a:off x="5207801" y="2490787"/>
            <a:ext cx="6729251" cy="4104428"/>
            <a:chOff x="2545080" y="866692"/>
            <a:chExt cx="9391970" cy="5728523"/>
          </a:xfrm>
        </p:grpSpPr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67DF3B7D-7BCD-449D-914A-4B9DBB4314F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" r="35966" b="30644"/>
            <a:stretch/>
          </p:blipFill>
          <p:spPr>
            <a:xfrm>
              <a:off x="2545080" y="873340"/>
              <a:ext cx="9391970" cy="5721875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3208BED-1133-46D6-B858-D89C6073CBCC}"/>
                </a:ext>
              </a:extLst>
            </p:cNvPr>
            <p:cNvSpPr/>
            <p:nvPr userDrawn="1"/>
          </p:nvSpPr>
          <p:spPr>
            <a:xfrm>
              <a:off x="2853999" y="866692"/>
              <a:ext cx="5917043" cy="5721875"/>
            </a:xfrm>
            <a:prstGeom prst="rect">
              <a:avLst/>
            </a:prstGeom>
            <a:gradFill>
              <a:gsLst>
                <a:gs pos="100000">
                  <a:srgbClr val="D7E1F2">
                    <a:alpha val="0"/>
                  </a:srgbClr>
                </a:gs>
                <a:gs pos="5310">
                  <a:srgbClr val="D7E1F2"/>
                </a:gs>
                <a:gs pos="49000">
                  <a:srgbClr val="D7E1F2">
                    <a:alpha val="94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1465147" y="3014958"/>
            <a:ext cx="8956676" cy="828084"/>
          </a:xfrm>
          <a:noFill/>
          <a:ln w="19050">
            <a:noFill/>
          </a:ln>
        </p:spPr>
        <p:txBody>
          <a:bodyPr vert="horz" lIns="0" tIns="0" rIns="0" bIns="0" rtlCol="0" anchor="ctr">
            <a:normAutofit/>
          </a:bodyPr>
          <a:lstStyle>
            <a:lvl1pPr algn="l">
              <a:defRPr lang="zh-CN" altLang="en-US" sz="5400" b="1" dirty="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5123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4857A-EB02-430E-8FA2-6E33F85DB566}" type="datetimeFigureOut">
              <a:rPr lang="zh-CN" altLang="en-US" smtClean="0"/>
              <a:t>2023/07/13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2E21C-AD3B-4C66-A504-67C80B527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41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8" r:id="rId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E543A-2708-17C6-C65F-88D072B7A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122363"/>
            <a:ext cx="10477500" cy="2387600"/>
          </a:xfrm>
        </p:spPr>
        <p:txBody>
          <a:bodyPr>
            <a:normAutofit/>
          </a:bodyPr>
          <a:lstStyle/>
          <a:p>
            <a:r>
              <a:rPr lang="zh-CN" altLang="en-US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透明背景校标集</a:t>
            </a:r>
            <a:endParaRPr lang="zh-CN" altLang="en-US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03492C8A-09A6-2F15-434F-5565FE38B9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教务处教育技术中心整理</a:t>
            </a:r>
          </a:p>
        </p:txBody>
      </p:sp>
    </p:spTree>
    <p:extLst>
      <p:ext uri="{BB962C8B-B14F-4D97-AF65-F5344CB8AC3E}">
        <p14:creationId xmlns:p14="http://schemas.microsoft.com/office/powerpoint/2010/main" val="308378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7B90F4A-B787-F9E8-8D9A-5EB9F2B33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 明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8CD2AFB-8319-67BA-F31A-5423DD303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校徽是我校师生制作</a:t>
            </a:r>
            <a:r>
              <a:rPr lang="en-US" altLang="zh-CN" dirty="0"/>
              <a:t>PPT</a:t>
            </a:r>
            <a:r>
              <a:rPr lang="zh-CN" altLang="en-US" dirty="0"/>
              <a:t>经常使用的素材，为方便大家使用，我们收集整理了一些适用于各类背景的高质量新版校徽，希望能帮到大家。</a:t>
            </a:r>
            <a:endParaRPr lang="en-US" altLang="zh-CN" dirty="0"/>
          </a:p>
          <a:p>
            <a:r>
              <a:rPr lang="zh-CN" altLang="en-US" dirty="0"/>
              <a:t>另附：学校官网标识</a:t>
            </a:r>
            <a:r>
              <a:rPr lang="en-US" altLang="zh-CN" dirty="0"/>
              <a:t>https://www.scut.edu.cn/new/9017/list.htm </a:t>
            </a:r>
          </a:p>
        </p:txBody>
      </p:sp>
    </p:spTree>
    <p:extLst>
      <p:ext uri="{BB962C8B-B14F-4D97-AF65-F5344CB8AC3E}">
        <p14:creationId xmlns:p14="http://schemas.microsoft.com/office/powerpoint/2010/main" val="2466392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38C80-CF52-673F-EBF5-12673347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8CF1A-48B2-B62A-8F77-33A5E9EA2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dirty="0"/>
              <a:t>复制到自己的</a:t>
            </a:r>
            <a:r>
              <a:rPr lang="en-US" altLang="zh-CN" dirty="0"/>
              <a:t>PPT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b="0" dirty="0"/>
              <a:t>选中对象，</a:t>
            </a:r>
            <a:r>
              <a:rPr lang="en-US" altLang="zh-CN" b="0" dirty="0" err="1">
                <a:solidFill>
                  <a:schemeClr val="accent1"/>
                </a:solidFill>
              </a:rPr>
              <a:t>Ctrl+C</a:t>
            </a:r>
            <a:r>
              <a:rPr lang="zh-CN" altLang="en-US" b="0" dirty="0">
                <a:solidFill>
                  <a:schemeClr val="accent1"/>
                </a:solidFill>
              </a:rPr>
              <a:t>复制，</a:t>
            </a:r>
            <a:r>
              <a:rPr lang="zh-CN" altLang="en-US" b="0" dirty="0"/>
              <a:t>到自己的</a:t>
            </a:r>
            <a:r>
              <a:rPr lang="en-US" altLang="zh-CN" b="0" dirty="0"/>
              <a:t>PPT</a:t>
            </a:r>
            <a:r>
              <a:rPr lang="zh-CN" altLang="en-US" b="0" dirty="0"/>
              <a:t>页面，</a:t>
            </a:r>
            <a:r>
              <a:rPr lang="en-US" altLang="zh-CN" b="0" dirty="0" err="1">
                <a:solidFill>
                  <a:schemeClr val="accent1"/>
                </a:solidFill>
              </a:rPr>
              <a:t>Ctrl+V</a:t>
            </a:r>
            <a:r>
              <a:rPr lang="zh-CN" altLang="en-US" b="0" dirty="0">
                <a:solidFill>
                  <a:schemeClr val="accent1"/>
                </a:solidFill>
              </a:rPr>
              <a:t>粘贴</a:t>
            </a:r>
            <a:endParaRPr lang="en-US" altLang="zh-CN" b="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0" dirty="0">
                <a:solidFill>
                  <a:schemeClr val="accent1"/>
                </a:solidFill>
              </a:rPr>
              <a:t>按</a:t>
            </a:r>
            <a:r>
              <a:rPr lang="en-US" altLang="zh-CN" b="0" dirty="0">
                <a:solidFill>
                  <a:schemeClr val="accent1"/>
                </a:solidFill>
              </a:rPr>
              <a:t>Shift</a:t>
            </a:r>
            <a:r>
              <a:rPr lang="zh-CN" altLang="en-US" b="0" dirty="0">
                <a:solidFill>
                  <a:schemeClr val="accent1"/>
                </a:solidFill>
              </a:rPr>
              <a:t>键等比缩放对象</a:t>
            </a:r>
            <a:r>
              <a:rPr lang="zh-CN" altLang="en-US" b="0" dirty="0"/>
              <a:t>以调整到需要的大小，</a:t>
            </a:r>
            <a:endParaRPr lang="en-US" altLang="zh-CN" b="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0" dirty="0"/>
              <a:t>移动到合适的位置</a:t>
            </a:r>
            <a:endParaRPr lang="en-US" altLang="zh-CN" b="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dirty="0"/>
              <a:t>保存到本地电脑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0" dirty="0"/>
              <a:t>选中对象，</a:t>
            </a:r>
            <a:r>
              <a:rPr lang="zh-CN" altLang="en-US" b="0" dirty="0">
                <a:solidFill>
                  <a:schemeClr val="accent1"/>
                </a:solidFill>
              </a:rPr>
              <a:t>右键</a:t>
            </a:r>
            <a:r>
              <a:rPr lang="zh-CN" altLang="en-US" b="0" dirty="0"/>
              <a:t>选择</a:t>
            </a:r>
            <a:r>
              <a:rPr lang="zh-CN" altLang="en-US" b="0" dirty="0">
                <a:solidFill>
                  <a:schemeClr val="accent1"/>
                </a:solidFill>
              </a:rPr>
              <a:t>“另存为图片”</a:t>
            </a:r>
            <a:endParaRPr lang="en-US" altLang="zh-CN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184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FD81FE8-6FBC-AF40-B446-7EE030D5C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PNG</a:t>
            </a:r>
            <a:r>
              <a:rPr lang="zh-CN" altLang="en-US" dirty="0"/>
              <a:t>格式</a:t>
            </a:r>
          </a:p>
        </p:txBody>
      </p:sp>
    </p:spTree>
    <p:extLst>
      <p:ext uri="{BB962C8B-B14F-4D97-AF65-F5344CB8AC3E}">
        <p14:creationId xmlns:p14="http://schemas.microsoft.com/office/powerpoint/2010/main" val="257486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FE1D16DC-41CC-12B8-4871-3223283E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3FC356-519A-DF90-82CF-0E6138E08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PNG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E6F0A9-6E7C-FDC2-6E87-A326F419422E}"/>
              </a:ext>
            </a:extLst>
          </p:cNvPr>
          <p:cNvSpPr/>
          <p:nvPr/>
        </p:nvSpPr>
        <p:spPr>
          <a:xfrm>
            <a:off x="0" y="3516198"/>
            <a:ext cx="12192000" cy="25640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片包含 旭日形&#10;&#10;描述已自动生成">
            <a:extLst>
              <a:ext uri="{FF2B5EF4-FFF2-40B4-BE49-F238E27FC236}">
                <a16:creationId xmlns:a16="http://schemas.microsoft.com/office/drawing/2014/main" id="{69676897-3C57-C0E2-8C67-A1E588CC0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690" y="1857080"/>
            <a:ext cx="3558620" cy="355862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5511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A627B-9186-33D1-973E-D24D81AE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FC88EBF-7A4E-6D72-0E83-EBD5F3E0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PNG</a:t>
            </a:r>
            <a:endParaRPr lang="zh-CN" altLang="en-US" dirty="0"/>
          </a:p>
        </p:txBody>
      </p:sp>
      <p:pic>
        <p:nvPicPr>
          <p:cNvPr id="9" name="图片 8" descr="图片包含 文本&#10;&#10;描述已自动生成">
            <a:extLst>
              <a:ext uri="{FF2B5EF4-FFF2-40B4-BE49-F238E27FC236}">
                <a16:creationId xmlns:a16="http://schemas.microsoft.com/office/drawing/2014/main" id="{0693F388-2409-6081-D996-F3CACC25B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32" y="2672321"/>
            <a:ext cx="9942136" cy="224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3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BDD3F62-6DEC-FA7C-C8AA-87DF128D2881}"/>
              </a:ext>
            </a:extLst>
          </p:cNvPr>
          <p:cNvSpPr/>
          <p:nvPr/>
        </p:nvSpPr>
        <p:spPr>
          <a:xfrm>
            <a:off x="0" y="2130458"/>
            <a:ext cx="12192000" cy="39498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CFA627B-9186-33D1-973E-D24D81AE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FC88EBF-7A4E-6D72-0E83-EBD5F3E0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PNG</a:t>
            </a:r>
            <a:endParaRPr lang="zh-CN" altLang="en-US" dirty="0"/>
          </a:p>
        </p:txBody>
      </p:sp>
      <p:pic>
        <p:nvPicPr>
          <p:cNvPr id="4" name="图片 3" descr="文本&#10;&#10;中度可信度描述已自动生成">
            <a:extLst>
              <a:ext uri="{FF2B5EF4-FFF2-40B4-BE49-F238E27FC236}">
                <a16:creationId xmlns:a16="http://schemas.microsoft.com/office/drawing/2014/main" id="{B3231F46-FD4C-48C9-4781-1A212831B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10" y="2953083"/>
            <a:ext cx="10168380" cy="230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84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BDD3F62-6DEC-FA7C-C8AA-87DF128D2881}"/>
              </a:ext>
            </a:extLst>
          </p:cNvPr>
          <p:cNvSpPr/>
          <p:nvPr/>
        </p:nvSpPr>
        <p:spPr>
          <a:xfrm>
            <a:off x="0" y="2130458"/>
            <a:ext cx="12192000" cy="39498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CFA627B-9186-33D1-973E-D24D81AE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FC88EBF-7A4E-6D72-0E83-EBD5F3E0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PNG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231F46-FD4C-48C9-4781-1A212831B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814" y="2953083"/>
            <a:ext cx="10168371" cy="230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FD81FE8-6FBC-AF40-B446-7EE030D5C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SVG</a:t>
            </a:r>
            <a:r>
              <a:rPr lang="zh-CN" altLang="en-US" dirty="0"/>
              <a:t>格式</a:t>
            </a:r>
          </a:p>
        </p:txBody>
      </p:sp>
    </p:spTree>
    <p:extLst>
      <p:ext uri="{BB962C8B-B14F-4D97-AF65-F5344CB8AC3E}">
        <p14:creationId xmlns:p14="http://schemas.microsoft.com/office/powerpoint/2010/main" val="264654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7644C-9D46-7BBA-E053-EDBE9B5F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27477-C7B9-1073-4998-427286BC9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SVG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3676B436-25D5-79EB-AF2C-4541AA6AA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2764" y="1743959"/>
            <a:ext cx="4106472" cy="410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8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7C51725-6D7D-B500-BF40-DAACA94261CF}"/>
              </a:ext>
            </a:extLst>
          </p:cNvPr>
          <p:cNvSpPr/>
          <p:nvPr/>
        </p:nvSpPr>
        <p:spPr>
          <a:xfrm>
            <a:off x="0" y="2130458"/>
            <a:ext cx="12192000" cy="39498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57644C-9D46-7BBA-E053-EDBE9B5F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27477-C7B9-1073-4998-427286BC9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SVG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1D40F297-A320-492B-9D1B-1E30A25B6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7264" y="2316637"/>
            <a:ext cx="3577472" cy="357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51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A627B-9186-33D1-973E-D24D81AE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FC88EBF-7A4E-6D72-0E83-EBD5F3E0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SVG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0314CB83-42BF-F8AC-72C4-8153A07F7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66950"/>
            <a:ext cx="102870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1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BDD3F62-6DEC-FA7C-C8AA-87DF128D2881}"/>
              </a:ext>
            </a:extLst>
          </p:cNvPr>
          <p:cNvSpPr/>
          <p:nvPr/>
        </p:nvSpPr>
        <p:spPr>
          <a:xfrm>
            <a:off x="0" y="2130458"/>
            <a:ext cx="12192000" cy="39498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CFA627B-9186-33D1-973E-D24D81AE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FC88EBF-7A4E-6D72-0E83-EBD5F3E0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SVG</a:t>
            </a:r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6945FBE5-6F93-1262-EAA7-6FD9BD2E8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2169"/>
            <a:ext cx="102870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1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E4FD383-A1E7-0751-BD50-6F46B7B2C4AC}"/>
              </a:ext>
            </a:extLst>
          </p:cNvPr>
          <p:cNvSpPr/>
          <p:nvPr/>
        </p:nvSpPr>
        <p:spPr>
          <a:xfrm>
            <a:off x="0" y="2130458"/>
            <a:ext cx="12192000" cy="39498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CFA627B-9186-33D1-973E-D24D81AE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FC88EBF-7A4E-6D72-0E83-EBD5F3E0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SVG</a:t>
            </a:r>
            <a:endParaRPr lang="zh-CN" altLang="en-US" dirty="0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A1D43F54-9701-16F9-76DF-E5A27A56C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76946"/>
            <a:ext cx="102870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47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2B688DD-0A5D-9612-9D4A-47C9AF0B9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国际校区标识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296447-5498-7941-AA7E-C5679AE78E9C}"/>
              </a:ext>
            </a:extLst>
          </p:cNvPr>
          <p:cNvSpPr txBox="1"/>
          <p:nvPr/>
        </p:nvSpPr>
        <p:spPr>
          <a:xfrm>
            <a:off x="1357570" y="3939989"/>
            <a:ext cx="9629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dirty="0">
                <a:latin typeface="+mn-ea"/>
              </a:rPr>
              <a:t>官网标识：</a:t>
            </a:r>
            <a:r>
              <a:rPr lang="en-US" altLang="zh-CN" sz="2800" dirty="0">
                <a:latin typeface="+mn-ea"/>
              </a:rPr>
              <a:t>http://www2.scut.edu.cn/gzic/30292/list.htm</a:t>
            </a:r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572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B451F9-670D-4174-7F0A-43CE566F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69E7BA-F569-0E78-827A-9254F4DDB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PNG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8" name="图片 7" descr="文本&#10;&#10;描述已自动生成">
            <a:extLst>
              <a:ext uri="{FF2B5EF4-FFF2-40B4-BE49-F238E27FC236}">
                <a16:creationId xmlns:a16="http://schemas.microsoft.com/office/drawing/2014/main" id="{12577026-D40C-8AFF-2CEE-22F774830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" t="2162" r="114" b="3784"/>
          <a:stretch>
            <a:fillRect/>
          </a:stretch>
        </p:blipFill>
        <p:spPr>
          <a:xfrm>
            <a:off x="1995773" y="2954412"/>
            <a:ext cx="8286273" cy="165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63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366C67-D9CB-5E55-E760-7DB817E10F08}"/>
              </a:ext>
            </a:extLst>
          </p:cNvPr>
          <p:cNvSpPr/>
          <p:nvPr/>
        </p:nvSpPr>
        <p:spPr>
          <a:xfrm>
            <a:off x="0" y="2264472"/>
            <a:ext cx="12192000" cy="3081250"/>
          </a:xfrm>
          <a:prstGeom prst="rect">
            <a:avLst/>
          </a:prstGeom>
          <a:solidFill>
            <a:srgbClr val="9C22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0B451F9-670D-4174-7F0A-43CE566F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69E7BA-F569-0E78-827A-9254F4DDB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PNG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0" name="图片 9" descr="文本&#10;&#10;中度可信度描述已自动生成">
            <a:extLst>
              <a:ext uri="{FF2B5EF4-FFF2-40B4-BE49-F238E27FC236}">
                <a16:creationId xmlns:a16="http://schemas.microsoft.com/office/drawing/2014/main" id="{41E8C531-5BE9-FE85-0FB2-2674EB7983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773" y="2954392"/>
            <a:ext cx="8286273" cy="165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94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B451F9-670D-4174-7F0A-43CE566F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  <a:r>
              <a:rPr lang="en-US" altLang="zh-CN" dirty="0"/>
              <a:t>+</a:t>
            </a:r>
            <a:r>
              <a:rPr lang="zh-CN" altLang="en-US" dirty="0"/>
              <a:t>文字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69E7BA-F569-0E78-827A-9254F4DDB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JPG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26492D-106E-8D14-E0AB-6D349A4953DA}"/>
              </a:ext>
            </a:extLst>
          </p:cNvPr>
          <p:cNvSpPr txBox="1"/>
          <p:nvPr/>
        </p:nvSpPr>
        <p:spPr>
          <a:xfrm>
            <a:off x="4464783" y="5939957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注：仅适用于白色背景</a:t>
            </a:r>
          </a:p>
        </p:txBody>
      </p:sp>
      <p:pic>
        <p:nvPicPr>
          <p:cNvPr id="5" name="图片 4" descr="图片包含 图形用户界面&#10;&#10;描述已自动生成">
            <a:extLst>
              <a:ext uri="{FF2B5EF4-FFF2-40B4-BE49-F238E27FC236}">
                <a16:creationId xmlns:a16="http://schemas.microsoft.com/office/drawing/2014/main" id="{ECB8EE0B-D3BE-6B8A-C10C-3B40BD6A1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28" y="3909375"/>
            <a:ext cx="8391144" cy="1758696"/>
          </a:xfrm>
          <a:prstGeom prst="rect">
            <a:avLst/>
          </a:prstGeom>
        </p:spPr>
      </p:pic>
      <p:pic>
        <p:nvPicPr>
          <p:cNvPr id="10" name="图片 9" descr="图片包含 文本&#10;&#10;描述已自动生成">
            <a:extLst>
              <a:ext uri="{FF2B5EF4-FFF2-40B4-BE49-F238E27FC236}">
                <a16:creationId xmlns:a16="http://schemas.microsoft.com/office/drawing/2014/main" id="{2B142305-F178-F560-9140-84499B95E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28" y="2046002"/>
            <a:ext cx="8391144" cy="176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32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B451F9-670D-4174-7F0A-43CE566F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校徽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69E7BA-F569-0E78-827A-9254F4DDB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en-US" altLang="zh-CN" dirty="0"/>
              <a:t>PNG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9421DA-F27E-33BC-2BCF-60628C981F3D}"/>
              </a:ext>
            </a:extLst>
          </p:cNvPr>
          <p:cNvSpPr/>
          <p:nvPr/>
        </p:nvSpPr>
        <p:spPr>
          <a:xfrm>
            <a:off x="0" y="3784209"/>
            <a:ext cx="12192000" cy="2039816"/>
          </a:xfrm>
          <a:prstGeom prst="rect">
            <a:avLst/>
          </a:prstGeom>
          <a:solidFill>
            <a:srgbClr val="9C22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文本&#10;&#10;描述已自动生成">
            <a:extLst>
              <a:ext uri="{FF2B5EF4-FFF2-40B4-BE49-F238E27FC236}">
                <a16:creationId xmlns:a16="http://schemas.microsoft.com/office/drawing/2014/main" id="{1EB43F9A-4749-3FA4-1C7C-3E8C26E7F4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2162" r="79082" b="3784"/>
          <a:stretch/>
        </p:blipFill>
        <p:spPr>
          <a:xfrm>
            <a:off x="5229787" y="2954410"/>
            <a:ext cx="1659856" cy="165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70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E543A-2708-17C6-C65F-88D072B7A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122363"/>
            <a:ext cx="10477500" cy="2387600"/>
          </a:xfrm>
        </p:spPr>
        <p:txBody>
          <a:bodyPr>
            <a:normAutofit/>
          </a:bodyPr>
          <a:lstStyle/>
          <a:p>
            <a:r>
              <a:rPr lang="zh-CN" altLang="en-US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谢谢大家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03492C8A-09A6-2F15-434F-5565FE38B9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教务处教育技术中心</a:t>
            </a:r>
          </a:p>
        </p:txBody>
      </p:sp>
    </p:spTree>
    <p:extLst>
      <p:ext uri="{BB962C8B-B14F-4D97-AF65-F5344CB8AC3E}">
        <p14:creationId xmlns:p14="http://schemas.microsoft.com/office/powerpoint/2010/main" val="3632325849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工作型PPT培训-20230512</Template>
  <TotalTime>86</TotalTime>
  <Words>233</Words>
  <Application>Microsoft Office PowerPoint</Application>
  <PresentationFormat>宽屏</PresentationFormat>
  <Paragraphs>45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微软雅黑</vt:lpstr>
      <vt:lpstr>Arial</vt:lpstr>
      <vt:lpstr>Wingdings</vt:lpstr>
      <vt:lpstr>Wingdings 2</vt:lpstr>
      <vt:lpstr>4_Office 主题​​</vt:lpstr>
      <vt:lpstr>透明背景校标集</vt:lpstr>
      <vt:lpstr>说 明</vt:lpstr>
      <vt:lpstr>使用方法</vt:lpstr>
      <vt:lpstr>PNG格式</vt:lpstr>
      <vt:lpstr>校徽</vt:lpstr>
      <vt:lpstr>校徽+文字</vt:lpstr>
      <vt:lpstr>校徽+文字</vt:lpstr>
      <vt:lpstr>校徽+文字</vt:lpstr>
      <vt:lpstr>SVG格式</vt:lpstr>
      <vt:lpstr>校徽</vt:lpstr>
      <vt:lpstr>校徽</vt:lpstr>
      <vt:lpstr>校徽+文字</vt:lpstr>
      <vt:lpstr>校徽+文字</vt:lpstr>
      <vt:lpstr>校徽+文字</vt:lpstr>
      <vt:lpstr>国际校区标识</vt:lpstr>
      <vt:lpstr>校徽+文字</vt:lpstr>
      <vt:lpstr>校徽+文字</vt:lpstr>
      <vt:lpstr>校徽+文字</vt:lpstr>
      <vt:lpstr>校徽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学校图标</dc:title>
  <dc:creator>p'c</dc:creator>
  <cp:lastModifiedBy>p'c</cp:lastModifiedBy>
  <cp:revision>13</cp:revision>
  <dcterms:created xsi:type="dcterms:W3CDTF">2023-06-27T03:47:48Z</dcterms:created>
  <dcterms:modified xsi:type="dcterms:W3CDTF">2023-07-13T09:57:02Z</dcterms:modified>
</cp:coreProperties>
</file>